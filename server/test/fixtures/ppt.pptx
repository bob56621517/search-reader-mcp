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阿斯顿发生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assdfa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史旭匀</cp:lastModifiedBy>
  <cp:revision>6</cp:revision>
  <dcterms:created xsi:type="dcterms:W3CDTF">2023-08-09T12:44:00Z</dcterms:created>
  <dcterms:modified xsi:type="dcterms:W3CDTF">2026-08-17T08:29:42Z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6983F6E3C01F4BFB8858368572DF2D9C_12</vt:lpwstr>
  </property>
</Properties>
</file>